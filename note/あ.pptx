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174ACF-DB2F-E118-34ED-E4E498D71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19A19F5-8CF1-8E4B-F0EC-F21DAE248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1D7D90-0BBD-5A65-7711-0012D058F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574C-7F37-4361-B3FC-D97774C95EA1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B79E9F-897F-0765-8092-74C970703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367B46-36DE-80ED-6295-A3C9CECD4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AF032-28FF-4586-BD47-DE304072F3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5499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05440E-47C5-8B13-73B5-82F3EFD36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701BE3-4AF7-6F5B-2C97-9C1069106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C1A68E-0D58-3BE1-BCD2-198FA8B7F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574C-7F37-4361-B3FC-D97774C95EA1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515134-BA11-D85C-4600-305DE6F9C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74D500-EAF2-BC6F-63E6-788282E8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AF032-28FF-4586-BD47-DE304072F3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042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69D435-2014-666B-886A-75E2CD0D6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17CF5E-81A4-A063-8159-9926065F2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886972-7086-84DA-F386-61DAF7829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574C-7F37-4361-B3FC-D97774C95EA1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2126E2-79F3-5F06-94C3-EBEFD8F2D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7EAF06-ACB4-9AB3-3982-EACF9D45F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AF032-28FF-4586-BD47-DE304072F3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7476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5534FC-83B7-5F18-1DA7-52D9E6B95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8DDF9F-5BF9-C4FA-725D-AB047AEF83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B41DF0C-41D7-B903-4345-5B27B54BB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A376D2-4B3C-57C5-F6CB-BBB076D88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574C-7F37-4361-B3FC-D97774C95EA1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5135E1-DB88-8576-1EF8-FEAF37A0E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5A18585-F3A6-4F40-F093-A5CF48D5D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AF032-28FF-4586-BD47-DE304072F3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7894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1E5CFC-EC6E-88D6-8D56-A83DDFD8F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92EDA96-5C51-7B9D-649A-7158BDA17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62354F7-2484-FE5A-BB3C-FF7B6066A2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4BEE954-0932-E1FE-D3AF-26D1CD2AA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6611D0E-7037-5D02-94BC-2CE99A88AE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E095614-D65C-72BB-42FA-CE6B974AA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574C-7F37-4361-B3FC-D97774C95EA1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83A94A7-D340-286F-4D9B-41DDE4FED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A71E884-9172-1284-BD6D-612A27C2E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AF032-28FF-4586-BD47-DE304072F3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4890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F210CA-C365-8D92-EA9D-C12139B70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AA8500A-7040-6824-7E6E-1B52A4B3B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574C-7F37-4361-B3FC-D97774C95EA1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D06C9C6-0808-2B61-714A-B0AC5FC3F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AF380F9-2802-B5BE-9E08-3450A8647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AF032-28FF-4586-BD47-DE304072F3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3211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787C5EF-E2F2-88F3-5962-DC4051583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574C-7F37-4361-B3FC-D97774C95EA1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8C0E8AC-FE75-F10F-0064-574C963F4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2CE669-C6C9-6D24-1031-FE8E2BCB8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AF032-28FF-4586-BD47-DE304072F3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7923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CCF9E0-DBDB-0EAD-30CD-52C444336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800C003-B314-6167-0615-55CBCE349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ED4226-4975-9597-61B8-BBE20DD0D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7A80AA0-E905-A40D-DCDC-2E4D1143A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574C-7F37-4361-B3FC-D97774C95EA1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2658AC0-210C-9AC3-5BCE-4DFFA5269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55707E2-B68E-0E99-1553-8E8F39B94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AF032-28FF-4586-BD47-DE304072F3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3081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F99D94-3642-0418-BC1D-5DEC07AB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92D3885-4BDB-BFF6-1DA2-285B936A73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F2BE08D-BA33-8AF1-54EB-E7C3A621A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F89C7E-C71B-FE53-A6FD-0F0AA5695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574C-7F37-4361-B3FC-D97774C95EA1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E102D29-4136-89C0-0A17-2F3FC1532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853BDF4-0E60-A2CE-8DF7-6178B612F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AF032-28FF-4586-BD47-DE304072F3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2867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7CB552-F9AF-6F17-3E52-B88B055D9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00FD31F-1B88-41F1-70CB-713A5D6ADC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2C49B4-DF56-82FB-CDC5-09DF5C69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574C-7F37-4361-B3FC-D97774C95EA1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1696CA-FD91-CF39-5717-B073081AB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A861DE-E03A-B3EB-AE51-CB5075148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AF032-28FF-4586-BD47-DE304072F3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3521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5DB8744-DF65-C2E8-218C-71572D6DCC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172E34F-06DF-C5C9-A6FD-1A620721C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ABABDF-3D38-43E5-9C53-3F0CE1075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574C-7F37-4361-B3FC-D97774C95EA1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164990-5ED8-9C6D-8F14-1C79C59B8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B9D3D9-FA1B-9C1F-CFB9-3BD722922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AF032-28FF-4586-BD47-DE304072F3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2362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1B96B3A-0A9D-B956-7AF2-B44191A08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10BDF6-2C14-F452-46C1-611A638FD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2D6391-4144-C4A1-879D-EA6749647B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1B574C-7F37-4361-B3FC-D97774C95EA1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2A5E32-7F4A-8C39-1A24-A6994C3F9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6AB645-E12E-0D27-2A55-6C37EF735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AF032-28FF-4586-BD47-DE304072F3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9571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A16686-6BA1-2A83-B837-46E585791A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406C979-71D9-B07D-4ACC-69E15F94A5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A37121F-0975-4FE2-2D73-EB320A914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08" y="894996"/>
            <a:ext cx="4047413" cy="203326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5643291-746B-14A7-00AF-94306BADB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413" y="1046426"/>
            <a:ext cx="3688251" cy="1881831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24B8C14D-BA43-10E4-088A-1FFB823E29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2928257"/>
            <a:ext cx="3688251" cy="347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72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94D48C-6E92-23BB-D53E-D47ABA143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C212482-0EB2-95B3-B150-318058A7FE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8848" y="1488168"/>
            <a:ext cx="5135009" cy="2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313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ワイド画面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祥多 原田</dc:creator>
  <cp:lastModifiedBy>祥多 原田</cp:lastModifiedBy>
  <cp:revision>1</cp:revision>
  <dcterms:created xsi:type="dcterms:W3CDTF">2026-06-04T07:52:59Z</dcterms:created>
  <dcterms:modified xsi:type="dcterms:W3CDTF">2026-06-04T07:54:28Z</dcterms:modified>
</cp:coreProperties>
</file>